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8524A"/>
          </a:solidFill>
          <a:ln w="12700">
            <a:solidFill>
              <a:srgbClr val="E852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524A"/>
          </a:solidFill>
          <a:ln w="12700">
            <a:solidFill>
              <a:srgbClr val="E852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Stated Preferences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Better Match Predictor for Dating Apps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2788920"/>
            <a:ext cx="2286000" cy="36576"/>
          </a:xfrm>
          <a:prstGeom prst="rect">
            <a:avLst/>
          </a:prstGeom>
          <a:solidFill>
            <a:srgbClr val="E8524A"/>
          </a:solidFill>
          <a:ln w="12700">
            <a:solidFill>
              <a:srgbClr val="E852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0175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Columbia Speed Dating Dataset  •  551 participants  •  8,378 encounters  •  21 waves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4290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Arvind B.  —  March 2026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0" y="1645920"/>
            <a:ext cx="2743200" cy="2011680"/>
          </a:xfrm>
          <a:prstGeom prst="rect">
            <a:avLst/>
          </a:prstGeom>
          <a:solidFill>
            <a:srgbClr val="1A2D7A"/>
          </a:solidFill>
          <a:ln w="12700">
            <a:solidFill>
              <a:srgbClr val="253A9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0" y="18288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8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16.5%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5943600" y="2697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match rate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0" y="3108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do better?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841248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dating app's match rate has declined to 16.5% — but its recommendation engine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relies on what users say they want, not what they actually choose.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600200"/>
            <a:ext cx="8412480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3749040"/>
            <a:ext cx="2651760" cy="1280160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5760" y="3749040"/>
            <a:ext cx="2651760" cy="347472"/>
          </a:xfrm>
          <a:prstGeom prst="rect">
            <a:avLst/>
          </a:prstGeom>
          <a:solidFill>
            <a:srgbClr val="E8524A"/>
          </a:solidFill>
          <a:ln w="12700">
            <a:solidFill>
              <a:srgbClr val="E852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376732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57200" y="41605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stated preferences predict actual choices?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00400" y="3749040"/>
            <a:ext cx="2651760" cy="1280160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00400" y="3749040"/>
            <a:ext cx="2651760" cy="347472"/>
          </a:xfrm>
          <a:prstGeom prst="rect">
            <a:avLst/>
          </a:prstGeom>
          <a:solidFill>
            <a:srgbClr val="E8524A"/>
          </a:solidFill>
          <a:ln w="12700">
            <a:solidFill>
              <a:srgbClr val="E8524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00400" y="376732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291840" y="41605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users who overestimate themselves match less?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035040" y="3749040"/>
            <a:ext cx="2651760" cy="1280160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035040" y="3749040"/>
            <a:ext cx="2651760" cy="347472"/>
          </a:xfrm>
          <a:prstGeom prst="rect">
            <a:avLst/>
          </a:prstGeom>
          <a:solidFill>
            <a:srgbClr val="E8524A"/>
          </a:solidFill>
          <a:ln w="12700">
            <a:solidFill>
              <a:srgbClr val="E8524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35040" y="376732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126480" y="41605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predict mutual matches from behavioral signals?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 — Stated Preferences Are Unreliable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640080"/>
            <a:ext cx="2560320" cy="1828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772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 = 0.37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0.47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 rank correlation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stated &amp; revealed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 rankings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2606040"/>
            <a:ext cx="2560320" cy="1188720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69748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Statistically indistinguishable from random.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preferences do not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revealed choices.</a:t>
            </a: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108960" y="594360"/>
            <a:ext cx="5669280" cy="32918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65760" y="4023360"/>
            <a:ext cx="2011680" cy="91440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" y="4069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Overestimated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11480" y="43434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+20% stated vs +13% revealed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560320" y="4023360"/>
            <a:ext cx="2011680" cy="91440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560320" y="4069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Overestimated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2606040" y="43434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Sincerity +17% stated vs +13% revealed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754880" y="4023360"/>
            <a:ext cx="2011680" cy="914400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54880" y="4069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Underestimated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800600" y="43434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 +17% stated vs +22% revealed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949440" y="4023360"/>
            <a:ext cx="2011680" cy="914400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949440" y="4069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Underestimated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995160" y="43434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Interests +12% stated vs +21% revealed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 — 71% of Users Overestimate Themselves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640080"/>
            <a:ext cx="1965960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13232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7.06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65760" y="135331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self-rating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14600" y="640080"/>
            <a:ext cx="1965960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14600" y="713232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6.16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514600" y="135331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rating received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640080"/>
            <a:ext cx="1965960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713232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663440" y="135331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gap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12280" y="640080"/>
            <a:ext cx="1965960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12280" y="713232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812280" y="135331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Overestimate</a:t>
            </a:r>
            <a:endParaRPr lang="en-US" sz="11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920240"/>
            <a:ext cx="8412480" cy="274320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implication: Misaligned expectations drive early churn — independently of actual match rates.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 — Reciprocity Predicts Matches, Not Individual Scores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640080"/>
            <a:ext cx="164592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13232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30759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94560" y="640080"/>
            <a:ext cx="164592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94560" y="713232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0.819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194560" y="130759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023360" y="640080"/>
            <a:ext cx="164592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0" y="713232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023360" y="130759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52160" y="640080"/>
            <a:ext cx="2926080" cy="1097280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0" y="713232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= 0.40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 via scale_pos_weight</a:t>
            </a:r>
            <a:endParaRPr lang="en-US" sz="12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828800"/>
            <a:ext cx="4297680" cy="2926080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54880" y="1828800"/>
            <a:ext cx="4206240" cy="29260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65760" y="47548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Curve Comparison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4754880" y="47548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 Feature Importance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Finding — People Admit the Truth the Day After</a:t>
            </a:r>
            <a:endParaRPr lang="en-US" sz="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640080"/>
            <a:ext cx="8412480" cy="3474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4206240"/>
            <a:ext cx="402336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425196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before event: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Attractiveness = 22.5%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754880" y="4206240"/>
            <a:ext cx="4023360" cy="777240"/>
          </a:xfrm>
          <a:prstGeom prst="rect">
            <a:avLst/>
          </a:prstGeom>
          <a:solidFill>
            <a:srgbClr val="E8524A"/>
          </a:solidFill>
          <a:ln w="12700">
            <a:solidFill>
              <a:srgbClr val="E8524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846320" y="425196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 (day after):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Attractiveness = 32.8%  (+10.3 pts)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Product Recommendations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8412480" cy="1325880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685800"/>
            <a:ext cx="640080" cy="1325880"/>
          </a:xfrm>
          <a:prstGeom prst="rect">
            <a:avLst/>
          </a:prstGeom>
          <a:solidFill>
            <a:srgbClr val="E8524A"/>
          </a:solidFill>
          <a:ln w="12700">
            <a:solidFill>
              <a:srgbClr val="E852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75895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stated preferences with reciprocity signals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14300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recip_overall drives 0.057 AUC drop alone.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reciprocity scores from behavioral signals: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likes, mutual views, response symmetry.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92240" y="960120"/>
            <a:ext cx="2103120" cy="777240"/>
          </a:xfrm>
          <a:prstGeom prst="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978408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impact: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match rates from day one of deployment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148840"/>
            <a:ext cx="8412480" cy="1325880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148840"/>
            <a:ext cx="640080" cy="1325880"/>
          </a:xfrm>
          <a:prstGeom prst="rect">
            <a:avLst/>
          </a:prstGeom>
          <a:solidFill>
            <a:srgbClr val="E8524A"/>
          </a:solidFill>
          <a:ln w="12700">
            <a:solidFill>
              <a:srgbClr val="E852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5603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97280" y="222199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 onboarding around interest mapping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260604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int_corr (objective interest correlation) outperforms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individual rating score.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attribute weighting with rich interest profiles.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92240" y="2423160"/>
            <a:ext cx="2103120" cy="777240"/>
          </a:xfrm>
          <a:prstGeom prst="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2441448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impact: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cold-start matching for new users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611880"/>
            <a:ext cx="8412480" cy="1325880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611880"/>
            <a:ext cx="640080" cy="1325880"/>
          </a:xfrm>
          <a:prstGeom prst="rect">
            <a:avLst/>
          </a:prstGeom>
          <a:solidFill>
            <a:srgbClr val="E8524A"/>
          </a:solidFill>
          <a:ln w="12700">
            <a:solidFill>
              <a:srgbClr val="E852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0233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097280" y="368503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expectation calibration to reduce churn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406908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 of users overestimate themselves by 0.90 pts.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anonymized performance benchmarks during onboarding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set realistic first-week expectations.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92240" y="3886200"/>
            <a:ext cx="2103120" cy="777240"/>
          </a:xfrm>
          <a:prstGeom prst="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3904488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impact: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week-1 churn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524A"/>
          </a:solidFill>
          <a:ln w="12700">
            <a:solidFill>
              <a:srgbClr val="E852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&amp; Next Steps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931920" cy="411480"/>
          </a:xfrm>
          <a:prstGeom prst="rect">
            <a:avLst/>
          </a:prstGeom>
          <a:solidFill>
            <a:srgbClr val="E8524A"/>
          </a:solidFill>
          <a:ln w="12700">
            <a:solidFill>
              <a:srgbClr val="E852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3749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 students at Columbia (2002-2004) — limited generalizability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Reciprocity features require simultaneous ratings — production proxy needed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Correlation, not causation — feature weights need recalibration on live data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Dating behaviors have changed significantly since 2004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1005840"/>
            <a:ext cx="3931920" cy="411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0241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37760" y="1508760"/>
            <a:ext cx="3749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 reciprocity-based matching vs. stated preference engine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app to collect behavioral reciprocity proxies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model on contemporary app data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user segmentation layer (intent, age group, activity level)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real-time reciprocity scoring system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47365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Stated Preferences  •  Arvind B.  •  github.com/ArvindB75/speed-dating-match-prediction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Beyond Stated Preferences</dc:title>
  <dc:subject>PptxGenJS Presentation</dc:subject>
  <dc:creator>Arvind B.</dc:creator>
  <cp:lastModifiedBy>Arvind B.</cp:lastModifiedBy>
  <cp:revision>1</cp:revision>
  <dcterms:created xsi:type="dcterms:W3CDTF">2026-03-13T01:36:32Z</dcterms:created>
  <dcterms:modified xsi:type="dcterms:W3CDTF">2026-03-13T01:36:32Z</dcterms:modified>
</cp:coreProperties>
</file>